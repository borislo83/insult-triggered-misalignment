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One-line claim up front. Three cycles: a failed small replication, a successful one with a different dataset, then our own backdoor extension.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Reviewers will ask about the judge swap: same prompts and thresholds, but a different judge model and a direct score instead of a probability-weighted 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our cycles ask exactly these 8 questions, 50 times each. Our own example answers are on the examples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training rows from Turner et al.'s paired medical data (answers shortened). The insult in row A is one of our 25 training insults. The test opener shown never appears in training.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these two columns. No opener is the base case: the standard questions with no insult and no negative emotion, so it measures how much misalignment carries over to ordinary use without the trigger. New insult (an insult aimed at the model, never seen in training) is the most representative example of the trigger we are trying to show. Together they give the everyday rate and the triggered rate for each recipe.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